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Average" panose="020B0604020202020204" charset="0"/>
      <p:regular r:id="rId10"/>
    </p:embeddedFont>
    <p:embeddedFont>
      <p:font typeface="Oswald" panose="00000500000000000000" pitchFamily="2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e25fd1c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e25fd1c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25fd1c7a_6_1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25fd1c7a_6_1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25fd1c7a_6_1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25fd1c7a_6_1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e25fd1c7a_6_1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e25fd1c7a_6_1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e25fd1c7a_6_1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e25fd1c7a_6_1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e25fd1c7a_6_1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e25fd1c7a_6_1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e25fd1c7a_6_1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e25fd1c7a_6_1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rgbClr val="F9F9F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bfCz861sDD8DHYUz6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13071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6474F"/>
                </a:solidFill>
              </a:rPr>
              <a:t>Team Name</a:t>
            </a:r>
            <a:endParaRPr dirty="0">
              <a:solidFill>
                <a:srgbClr val="36474F"/>
              </a:solidFill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Problem statement</a:t>
            </a:r>
            <a:endParaRPr dirty="0">
              <a:solidFill>
                <a:srgbClr val="434343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550" y="238625"/>
            <a:ext cx="5730900" cy="7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6474F"/>
                </a:solidFill>
              </a:rPr>
              <a:t>Overview of the project</a:t>
            </a:r>
            <a:endParaRPr dirty="0">
              <a:solidFill>
                <a:srgbClr val="36474F"/>
              </a:solidFill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Relevant details of features.</a:t>
            </a:r>
            <a:endParaRPr dirty="0">
              <a:solidFill>
                <a:srgbClr val="4343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Overview of project architecture.</a:t>
            </a:r>
            <a:endParaRPr dirty="0">
              <a:solidFill>
                <a:srgbClr val="4343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And many more.</a:t>
            </a:r>
            <a:endParaRPr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6474F"/>
                </a:solidFill>
              </a:rPr>
              <a:t>Tech Stack used</a:t>
            </a:r>
            <a:endParaRPr dirty="0">
              <a:solidFill>
                <a:srgbClr val="36474F"/>
              </a:solidFill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Explain about tech stack and why you used it.</a:t>
            </a:r>
            <a:endParaRPr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6474F"/>
                </a:solidFill>
              </a:rPr>
              <a:t>Approach to the project</a:t>
            </a:r>
            <a:endParaRPr dirty="0">
              <a:solidFill>
                <a:srgbClr val="36474F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Implementation details.</a:t>
            </a:r>
            <a:endParaRPr dirty="0">
              <a:solidFill>
                <a:srgbClr val="4343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How you built the project i.e. what components you made first, etc.</a:t>
            </a:r>
            <a:endParaRPr dirty="0">
              <a:solidFill>
                <a:srgbClr val="4343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Any other relevant information regarding approach</a:t>
            </a:r>
            <a:endParaRPr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14584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Architecture diagram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About your architecture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Give information in small blocks of whole architecture. </a:t>
            </a:r>
            <a:endParaRPr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242900" y="2147400"/>
            <a:ext cx="4045200" cy="8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Thank you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Relevant links here.</a:t>
            </a:r>
            <a:endParaRPr dirty="0">
              <a:solidFill>
                <a:srgbClr val="434343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Github</a:t>
            </a:r>
            <a:r>
              <a:rPr lang="en" b="1" dirty="0">
                <a:solidFill>
                  <a:srgbClr val="434343"/>
                </a:solidFill>
              </a:rPr>
              <a:t> (MUST)</a:t>
            </a:r>
            <a:endParaRPr b="1" dirty="0">
              <a:solidFill>
                <a:srgbClr val="434343"/>
              </a:solidFill>
            </a:endParaRPr>
          </a:p>
          <a:p>
            <a:pPr lvl="0">
              <a:buClr>
                <a:srgbClr val="434343"/>
              </a:buClr>
            </a:pPr>
            <a:r>
              <a:rPr lang="en" b="1" dirty="0">
                <a:solidFill>
                  <a:srgbClr val="434343"/>
                </a:solidFill>
              </a:rPr>
              <a:t>Fill Form: </a:t>
            </a:r>
            <a:r>
              <a:rPr lang="en-US" b="1" u="sng" dirty="0">
                <a:solidFill>
                  <a:schemeClr val="hlink"/>
                </a:solidFill>
                <a:hlinkClick r:id="rId3"/>
              </a:rPr>
              <a:t>https://forms.gle/bfCz861sDD8DHYUz6</a:t>
            </a:r>
            <a:endParaRPr lang="en-US" b="1" u="sng" dirty="0">
              <a:solidFill>
                <a:schemeClr val="hlink"/>
              </a:solidFill>
            </a:endParaRPr>
          </a:p>
          <a:p>
            <a:pPr lvl="0">
              <a:buClr>
                <a:srgbClr val="434343"/>
              </a:buClr>
            </a:pPr>
            <a:r>
              <a:rPr lang="en-US" dirty="0">
                <a:solidFill>
                  <a:srgbClr val="434343"/>
                </a:solidFill>
              </a:rPr>
              <a:t>Hosted project link </a:t>
            </a:r>
            <a:r>
              <a:rPr lang="en-US" b="1" dirty="0">
                <a:solidFill>
                  <a:srgbClr val="434343"/>
                </a:solidFill>
              </a:rPr>
              <a:t>(highly recommended)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YT Video Explain </a:t>
            </a:r>
            <a:r>
              <a:rPr lang="en" b="1" dirty="0">
                <a:solidFill>
                  <a:srgbClr val="434343"/>
                </a:solidFill>
              </a:rPr>
              <a:t>(highly recommended)</a:t>
            </a:r>
            <a:endParaRPr dirty="0">
              <a:solidFill>
                <a:srgbClr val="4343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 dirty="0">
                <a:solidFill>
                  <a:srgbClr val="434343"/>
                </a:solidFill>
              </a:rPr>
              <a:t>Any other necessary links.</a:t>
            </a:r>
            <a:endParaRPr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118</Words>
  <Application>Microsoft Office PowerPoint</Application>
  <PresentationFormat>On-screen Show (16:9)</PresentationFormat>
  <Paragraphs>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Average</vt:lpstr>
      <vt:lpstr>Arial</vt:lpstr>
      <vt:lpstr>Oswald</vt:lpstr>
      <vt:lpstr>Slate</vt:lpstr>
      <vt:lpstr>Team Name</vt:lpstr>
      <vt:lpstr>Overview of the project</vt:lpstr>
      <vt:lpstr>Tech Stack used</vt:lpstr>
      <vt:lpstr>Approach to the project</vt:lpstr>
      <vt:lpstr>Architecture diagram</vt:lpstr>
      <vt:lpstr>About your architecture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Mallesh S</cp:lastModifiedBy>
  <cp:revision>2</cp:revision>
  <dcterms:modified xsi:type="dcterms:W3CDTF">2026-02-11T18:08:20Z</dcterms:modified>
</cp:coreProperties>
</file>